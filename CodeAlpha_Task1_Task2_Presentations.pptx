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CC202D"/>
                </a:solidFill>
                <a:latin typeface="Aptos"/>
              </a:defRPr>
            </a:pPr>
            <a: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D3748"/>
                </a:solidFill>
                <a:latin typeface="Aptos"/>
              </a:defRPr>
            </a:pPr>
            <a:r>
              <a:t>AMUL LOGO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76B63"/>
                </a:solidFill>
                <a:latin typeface="Aptos"/>
              </a:defRPr>
            </a:pPr>
            <a:r>
              <a:t>A Modern Visual Exploration of an Established Dairy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4754880" cy="1463040"/>
          </a:xfrm>
          <a:prstGeom prst="roundRect">
            <a:avLst/>
          </a:prstGeom>
          <a:solidFill>
            <a:srgbClr val="CC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2783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"/>
              </a:defRPr>
            </a:pPr>
            <a:r>
              <a:t>AMUL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17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B63"/>
                </a:solidFill>
                <a:latin typeface="Aptos"/>
              </a:defRPr>
            </a:pPr>
            <a:r>
              <a:t>LOGO REDESIGN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3748"/>
                </a:solidFill>
                <a:latin typeface="Aptos"/>
              </a:defRPr>
            </a:pPr>
            <a:r>
              <a:t>Three concepts • One preferred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Aaina Anand  |  CodeAlpha Graphic Design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2/7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Understanding the brand before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Amul is a well-known dairy brand with a recognisable red-and-white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This student project explores alternative visual arrangements while keeping the brand name prominent.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The aim is to practise design thinking—not to present an official brand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Design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3/7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What I wanted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Create clean and readable logo variations.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Explore different layouts and visual 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Use contrast and typography to keep the brand name clear.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Compare concepts before selecting a preferred direction.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Concept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Three visual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Variation 1 — circular red badge with white wordmark.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Variation 2 — red rounded rectangle with white wordmark and a separate subtitle.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Variation 3 — light cream/yellow background with a circular icon and wordmark.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3200400" cy="731520"/>
          </a:xfrm>
          <a:prstGeom prst="roundRect">
            <a:avLst/>
          </a:prstGeom>
          <a:solidFill>
            <a:srgbClr val="CC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VARIATION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4800600"/>
            <a:ext cx="3200400" cy="731520"/>
          </a:xfrm>
          <a:prstGeom prst="roundRect">
            <a:avLst/>
          </a:prstGeom>
          <a:solidFill>
            <a:srgbClr val="CC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VARIATION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800600"/>
            <a:ext cx="3200400" cy="731520"/>
          </a:xfrm>
          <a:prstGeom prst="roundRect">
            <a:avLst/>
          </a:prstGeom>
          <a:solidFill>
            <a:srgbClr val="EDD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748"/>
                </a:solidFill>
                <a:latin typeface="Aptos"/>
              </a:defRPr>
            </a:pPr>
            <a:r>
              <a:t>VARIATION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Selected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5/7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Preferred direction: Variation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The red rounded rectangle creates a clear focal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White lettering contrasts strongly with the red background.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The subtitle sits separately below, making the layout easy to scan.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Selection is based on my design judgement for this student exercise.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834640"/>
            <a:ext cx="3840480" cy="1097280"/>
          </a:xfrm>
          <a:prstGeom prst="roundRect">
            <a:avLst/>
          </a:prstGeom>
          <a:solidFill>
            <a:srgbClr val="CC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063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AMUL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6/7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Colour, type and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Red: strong visual emphasis and connection to the familiar brand palette.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White: clear contrast for the main wordmark.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Black/dark text: readable supporting label.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Rounded shape and centred alignment: a simple, balanced composition.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297680"/>
            <a:ext cx="685800" cy="685800"/>
          </a:xfrm>
          <a:prstGeom prst="ellipse">
            <a:avLst/>
          </a:prstGeom>
          <a:solidFill>
            <a:srgbClr val="CC202D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5074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748"/>
                </a:solidFill>
                <a:latin typeface="Aptos"/>
              </a:defRPr>
            </a:pPr>
            <a:r>
              <a:t>RED</a:t>
            </a:r>
          </a:p>
        </p:txBody>
      </p:sp>
      <p:sp>
        <p:nvSpPr>
          <p:cNvPr id="17" name="Oval 16"/>
          <p:cNvSpPr/>
          <p:nvPr/>
        </p:nvSpPr>
        <p:spPr>
          <a:xfrm>
            <a:off x="8458200" y="429768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074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748"/>
                </a:solidFill>
                <a:latin typeface="Aptos"/>
              </a:defRPr>
            </a:pPr>
            <a:r>
              <a:t>WHITE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4297680"/>
            <a:ext cx="685800" cy="685800"/>
          </a:xfrm>
          <a:prstGeom prst="ellipse">
            <a:avLst/>
          </a:prstGeom>
          <a:solidFill>
            <a:srgbClr val="2D3748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5074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748"/>
                </a:solidFill>
                <a:latin typeface="Aptos"/>
              </a:defRPr>
            </a:pPr>
            <a:r>
              <a:t>DARK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Learning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7/7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What this project helped me practise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Logo composition and layout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Typography, alignment and colour contrast.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Comparing options and making a design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10195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8"/>
                </a:solidFill>
                <a:latin typeface="Aptos"/>
              </a:defRPr>
            </a:pPr>
            <a:r>
              <a:t>Thank you for viewing my project!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Independent student concept redesign for educational purposes only • Not affiliated with or endorsed by Amul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76B63"/>
                </a:solidFill>
                <a:latin typeface="Aptos"/>
              </a:defRPr>
            </a:pPr>
            <a:r>
              <a:t>✈ WANDERLY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D3748"/>
                </a:solidFill>
                <a:latin typeface="Aptos"/>
              </a:defRPr>
            </a:pPr>
            <a:r>
              <a:t>Travel App UI/UX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6B63"/>
                </a:solidFill>
                <a:latin typeface="Aptos"/>
              </a:defRPr>
            </a:pPr>
            <a:r>
              <a:t>Discover, Save and Plan Your Next Adventure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3748"/>
                </a:solidFill>
                <a:latin typeface="Aptos"/>
              </a:defRPr>
            </a:pPr>
            <a:r>
              <a:t>4 mobile screens  •  Discover  •  Explore  •  Save</a:t>
            </a:r>
          </a:p>
        </p:txBody>
      </p:sp>
      <p:pic>
        <p:nvPicPr>
          <p:cNvPr id="7" name="Picture 6" descr="Wanderly Travel App UI Guid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83280"/>
            <a:ext cx="987552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Aaina Anand  |  CodeAlpha Graphic Design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2/7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A simple and welcoming travel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Help users discover travel destinations.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Make it easy to browse places and see destination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Let users keep favourite destinations together in Saved Trips.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Use a consistent, mobile-friendly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Four Main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3/7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A connected travel discovery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Home — travel inspiration and popular destinations.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Explore — search and browse destinations by category.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Destination Details — destination image, summary, highlights and plan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Saved Trips — revisit destinations saved for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2606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3951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733288"/>
            <a:ext cx="220370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38728" y="5074920"/>
            <a:ext cx="2606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523951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5733288"/>
            <a:ext cx="220370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5074920"/>
            <a:ext cx="2606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523951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DESTINATION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5733288"/>
            <a:ext cx="220370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Learn &amp;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5074920"/>
            <a:ext cx="2606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523951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SAVED TRIPS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5733288"/>
            <a:ext cx="220370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Revisit favourites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Visual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Consistency across the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Warm cream background (#F6F1E8) for a welcoming feel.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Teal accents (#176B63) for key actions and active navigation.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Dark text (#2D3748) for readable content; white cards for separation.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Poppins for headings and Inter for body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Consistent spacing, rounded cards and bottom navigation.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4114800"/>
            <a:ext cx="640080" cy="640080"/>
          </a:xfrm>
          <a:prstGeom prst="ellipse">
            <a:avLst/>
          </a:prstGeom>
          <a:solidFill>
            <a:srgbClr val="176B63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3748"/>
                </a:solidFill>
                <a:latin typeface="Aptos"/>
              </a:defRPr>
            </a:pPr>
            <a:r>
              <a:t>TEAL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0" y="4114800"/>
            <a:ext cx="640080" cy="640080"/>
          </a:xfrm>
          <a:prstGeom prst="ellipse">
            <a:avLst/>
          </a:prstGeom>
          <a:solidFill>
            <a:srgbClr val="F6F1E8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3748"/>
                </a:solidFill>
                <a:latin typeface="Aptos"/>
              </a:defRPr>
            </a:pPr>
            <a:r>
              <a:t>CREAM</a:t>
            </a:r>
          </a:p>
        </p:txBody>
      </p:sp>
      <p:sp>
        <p:nvSpPr>
          <p:cNvPr id="21" name="Oval 20"/>
          <p:cNvSpPr/>
          <p:nvPr/>
        </p:nvSpPr>
        <p:spPr>
          <a:xfrm>
            <a:off x="7498079" y="5029200"/>
            <a:ext cx="640080" cy="640080"/>
          </a:xfrm>
          <a:prstGeom prst="ellipse">
            <a:avLst/>
          </a:prstGeom>
          <a:solidFill>
            <a:srgbClr val="FFFFFF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5166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3748"/>
                </a:solidFill>
                <a:latin typeface="Aptos"/>
              </a:defRPr>
            </a:pPr>
            <a:r>
              <a:t>WHITE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5029200"/>
            <a:ext cx="640080" cy="640080"/>
          </a:xfrm>
          <a:prstGeom prst="ellipse">
            <a:avLst/>
          </a:prstGeom>
          <a:solidFill>
            <a:srgbClr val="2D3748"/>
          </a:solidFill>
          <a:ln>
            <a:solidFill>
              <a:srgbClr val="5F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5166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3748"/>
                </a:solidFill>
                <a:latin typeface="Aptos"/>
              </a:defRPr>
            </a:pPr>
            <a:r>
              <a:t>CHARCOAL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Screen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5/7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How the screens support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Start on Home to find inspiration.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Use Explore to search and filter places.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Open a destination to review details and highlights.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Save favourites and return to them from Saved Trips.</a:t>
            </a:r>
          </a:p>
        </p:txBody>
      </p:sp>
      <p:pic>
        <p:nvPicPr>
          <p:cNvPr id="15" name="Picture 14" descr="Wanderly Travel App UI Guid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84632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6/7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What I focused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Clear visual hierarchy so key information is easy to scan.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Consistent typography, colours and navigation across screens.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Destination photos to make browsing more engaging.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Simple actions and card layouts to reduce visual clutter.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6B63"/>
                </a:solidFill>
                <a:latin typeface="Aptos"/>
              </a:defRPr>
            </a:pPr>
            <a:r>
              <a:t>Learning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6B63"/>
                </a:solidFill>
                <a:latin typeface="Aptos"/>
              </a:defRPr>
            </a:pPr>
            <a:r>
              <a:t>CODEALPHA  •  7/7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17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63"/>
                </a:solidFill>
                <a:latin typeface="Aptos"/>
              </a:defRPr>
            </a:pPr>
            <a:r>
              <a:t>Skills practised through Wanderly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Mobile UI layout and screen organisation.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Typography, spacing, colour contrast and visual hierarchy.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Designing a consistent multi-screen 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B6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3360"/>
            <a:ext cx="10104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3748"/>
                </a:solidFill>
                <a:latin typeface="Aptos"/>
              </a:defRPr>
            </a:pPr>
            <a:r>
              <a:t>Thank you for viewing my project!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6E"/>
                </a:solidFill>
                <a:latin typeface="Aptos"/>
              </a:defRPr>
            </a:pPr>
            <a:r>
              <a:t>Wanderly is a student UI/UX concept • CodeAlpha Graphic Design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